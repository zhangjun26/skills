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11090864" r:id="rId2"/>
    <p:sldId id="11090611" r:id="rId3"/>
    <p:sldId id="14998781" r:id="rId4"/>
    <p:sldId id="14998783" r:id="rId5"/>
    <p:sldId id="1109086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77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7E4E7A-408F-47A4-9EE0-DE7F64B1C28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9BA12-EE1B-4022-B927-59D71A7D3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88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0F9FB-5DC8-49D4-B0E5-FA32366251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63B1ED-F554-4C9E-99C3-0084A8D149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965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51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97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21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57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360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69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37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66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68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00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98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自定义版式">
    <p:bg>
      <p:bgPr>
        <a:gradFill>
          <a:gsLst>
            <a:gs pos="0">
              <a:srgbClr val="06328D">
                <a:lumMod val="80000"/>
              </a:srgbClr>
            </a:gs>
            <a:gs pos="77000">
              <a:srgbClr val="072B7A">
                <a:lumMod val="75000"/>
              </a:srgbClr>
            </a:gs>
            <a:gs pos="30000">
              <a:srgbClr val="06328D">
                <a:lumMod val="77000"/>
              </a:srgbClr>
            </a:gs>
            <a:gs pos="100000">
              <a:srgbClr val="0F256B">
                <a:lumMod val="7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47280" y="343510"/>
            <a:ext cx="1336294" cy="385695"/>
          </a:xfrm>
          <a:prstGeom prst="rect">
            <a:avLst/>
          </a:prstGeom>
          <a:effectLst/>
        </p:spPr>
      </p:pic>
      <p:sp>
        <p:nvSpPr>
          <p:cNvPr id="6" name="椭圆 5"/>
          <p:cNvSpPr/>
          <p:nvPr userDrawn="1"/>
        </p:nvSpPr>
        <p:spPr>
          <a:xfrm>
            <a:off x="251566" y="331566"/>
            <a:ext cx="329000" cy="332987"/>
          </a:xfrm>
          <a:prstGeom prst="ellipse">
            <a:avLst/>
          </a:prstGeom>
          <a:gradFill flip="none" rotWithShape="1">
            <a:gsLst>
              <a:gs pos="88000">
                <a:srgbClr val="76C9E7"/>
              </a:gs>
              <a:gs pos="13000">
                <a:srgbClr val="00B0F0">
                  <a:alpha val="90000"/>
                </a:srgbClr>
              </a:gs>
              <a:gs pos="93000">
                <a:srgbClr val="86CDE6">
                  <a:alpha val="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442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bg>
      <p:bgPr>
        <a:gradFill>
          <a:gsLst>
            <a:gs pos="0">
              <a:srgbClr val="06328D">
                <a:lumMod val="80000"/>
              </a:srgbClr>
            </a:gs>
            <a:gs pos="77000">
              <a:srgbClr val="072B7A">
                <a:lumMod val="75000"/>
              </a:srgbClr>
            </a:gs>
            <a:gs pos="30000">
              <a:srgbClr val="06328D">
                <a:lumMod val="77000"/>
              </a:srgbClr>
            </a:gs>
            <a:gs pos="100000">
              <a:srgbClr val="0F256B">
                <a:lumMod val="7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47280" y="343510"/>
            <a:ext cx="1336294" cy="3856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391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56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632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33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686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64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2EFC3-D3DD-4BD0-B53A-626FC50B900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5C718-A660-4419-BA86-B69E1C8EF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53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701" r:id="rId13"/>
    <p:sldLayoutId id="2147483700" r:id="rId14"/>
    <p:sldLayoutId id="2147483690" r:id="rId15"/>
    <p:sldLayoutId id="2147483691" r:id="rId16"/>
    <p:sldLayoutId id="2147483692" r:id="rId17"/>
    <p:sldLayoutId id="2147483696" r:id="rId18"/>
    <p:sldLayoutId id="2147483697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建筑的摆设布局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328D">
                  <a:alpha val="80000"/>
                </a:srgbClr>
              </a:gs>
              <a:gs pos="77000">
                <a:srgbClr val="072B7A">
                  <a:alpha val="80000"/>
                </a:srgbClr>
              </a:gs>
              <a:gs pos="30000">
                <a:srgbClr val="06328D">
                  <a:alpha val="80000"/>
                </a:srgbClr>
              </a:gs>
              <a:gs pos="100000">
                <a:srgbClr val="0F256B">
                  <a:alpha val="80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/>
              <a:ea typeface="思源黑体 CN Normal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82528" y="5825721"/>
            <a:ext cx="2826944" cy="402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/>
                <a:ea typeface="思源黑体 CN Normal"/>
                <a:cs typeface="+mn-ea"/>
                <a:sym typeface="+mn-lt"/>
              </a:rPr>
              <a:t>2026.3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/>
              <a:ea typeface="思源黑体 CN Normal"/>
              <a:cs typeface="+mn-ea"/>
              <a:sym typeface="+mn-lt"/>
            </a:endParaRPr>
          </a:p>
        </p:txBody>
      </p:sp>
      <p:sp>
        <p:nvSpPr>
          <p:cNvPr id="25" name="iṩḷïḍê"/>
          <p:cNvSpPr/>
          <p:nvPr/>
        </p:nvSpPr>
        <p:spPr>
          <a:xfrm rot="10800000">
            <a:off x="0" y="-2"/>
            <a:ext cx="1495155" cy="6704302"/>
          </a:xfrm>
          <a:custGeom>
            <a:avLst/>
            <a:gdLst>
              <a:gd name="connsiteX0" fmla="*/ 1089289 w 1089289"/>
              <a:gd name="connsiteY0" fmla="*/ 0 h 3983779"/>
              <a:gd name="connsiteX1" fmla="*/ 1089289 w 1089289"/>
              <a:gd name="connsiteY1" fmla="*/ 3983779 h 3983779"/>
              <a:gd name="connsiteX2" fmla="*/ 0 w 1089289"/>
              <a:gd name="connsiteY2" fmla="*/ 3983779 h 398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289" h="3983779">
                <a:moveTo>
                  <a:pt x="1089289" y="0"/>
                </a:moveTo>
                <a:lnTo>
                  <a:pt x="1089289" y="3983779"/>
                </a:lnTo>
                <a:lnTo>
                  <a:pt x="0" y="3983779"/>
                </a:lnTo>
                <a:close/>
              </a:path>
            </a:pathLst>
          </a:custGeom>
          <a:gradFill>
            <a:gsLst>
              <a:gs pos="0">
                <a:srgbClr val="20B3DF">
                  <a:alpha val="0"/>
                </a:srgbClr>
              </a:gs>
              <a:gs pos="100000">
                <a:srgbClr val="20B3DF">
                  <a:alpha val="1800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/>
              <a:ea typeface="思源黑体 CN Normal"/>
              <a:cs typeface="+mn-ea"/>
              <a:sym typeface="+mn-lt"/>
            </a:endParaRPr>
          </a:p>
        </p:txBody>
      </p:sp>
      <p:sp>
        <p:nvSpPr>
          <p:cNvPr id="26" name="iṩḷïḍê"/>
          <p:cNvSpPr/>
          <p:nvPr/>
        </p:nvSpPr>
        <p:spPr>
          <a:xfrm rot="10800000">
            <a:off x="-69272" y="0"/>
            <a:ext cx="1140440" cy="5113754"/>
          </a:xfrm>
          <a:custGeom>
            <a:avLst/>
            <a:gdLst>
              <a:gd name="connsiteX0" fmla="*/ 1089289 w 1089289"/>
              <a:gd name="connsiteY0" fmla="*/ 0 h 3983779"/>
              <a:gd name="connsiteX1" fmla="*/ 1089289 w 1089289"/>
              <a:gd name="connsiteY1" fmla="*/ 3983779 h 3983779"/>
              <a:gd name="connsiteX2" fmla="*/ 0 w 1089289"/>
              <a:gd name="connsiteY2" fmla="*/ 3983779 h 398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289" h="3983779">
                <a:moveTo>
                  <a:pt x="1089289" y="0"/>
                </a:moveTo>
                <a:lnTo>
                  <a:pt x="1089289" y="3983779"/>
                </a:lnTo>
                <a:lnTo>
                  <a:pt x="0" y="3983779"/>
                </a:lnTo>
                <a:close/>
              </a:path>
            </a:pathLst>
          </a:custGeom>
          <a:gradFill>
            <a:gsLst>
              <a:gs pos="0">
                <a:srgbClr val="016FEA">
                  <a:alpha val="0"/>
                </a:srgbClr>
              </a:gs>
              <a:gs pos="100000">
                <a:srgbClr val="016FEA">
                  <a:alpha val="36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/>
              <a:ea typeface="思源黑体 CN Normal"/>
              <a:cs typeface="+mn-ea"/>
              <a:sym typeface="+mn-lt"/>
            </a:endParaRPr>
          </a:p>
        </p:txBody>
      </p:sp>
      <p:sp>
        <p:nvSpPr>
          <p:cNvPr id="27" name="íṥḷiḍè"/>
          <p:cNvSpPr/>
          <p:nvPr/>
        </p:nvSpPr>
        <p:spPr>
          <a:xfrm>
            <a:off x="8577770" y="0"/>
            <a:ext cx="3614230" cy="6858000"/>
          </a:xfrm>
          <a:custGeom>
            <a:avLst/>
            <a:gdLst>
              <a:gd name="connsiteX0" fmla="*/ 1824179 w 3515911"/>
              <a:gd name="connsiteY0" fmla="*/ 0 h 6858000"/>
              <a:gd name="connsiteX1" fmla="*/ 3515911 w 3515911"/>
              <a:gd name="connsiteY1" fmla="*/ 0 h 6858000"/>
              <a:gd name="connsiteX2" fmla="*/ 3515911 w 3515911"/>
              <a:gd name="connsiteY2" fmla="*/ 6858000 h 6858000"/>
              <a:gd name="connsiteX3" fmla="*/ 0 w 35159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5911" h="6858000">
                <a:moveTo>
                  <a:pt x="1824179" y="0"/>
                </a:moveTo>
                <a:lnTo>
                  <a:pt x="3515911" y="0"/>
                </a:lnTo>
                <a:lnTo>
                  <a:pt x="3515911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rgbClr val="20B3DF">
                  <a:alpha val="0"/>
                </a:srgbClr>
              </a:gs>
              <a:gs pos="0">
                <a:srgbClr val="20B3DF">
                  <a:alpha val="21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/>
              <a:ea typeface="思源黑体 CN Normal"/>
              <a:cs typeface="+mn-ea"/>
              <a:sym typeface="+mn-lt"/>
            </a:endParaRPr>
          </a:p>
        </p:txBody>
      </p:sp>
      <p:sp>
        <p:nvSpPr>
          <p:cNvPr id="28" name="îŝļíďè"/>
          <p:cNvSpPr/>
          <p:nvPr/>
        </p:nvSpPr>
        <p:spPr>
          <a:xfrm>
            <a:off x="10415778" y="361949"/>
            <a:ext cx="1776222" cy="6496051"/>
          </a:xfrm>
          <a:custGeom>
            <a:avLst/>
            <a:gdLst>
              <a:gd name="connsiteX0" fmla="*/ 1089289 w 1089289"/>
              <a:gd name="connsiteY0" fmla="*/ 0 h 3983779"/>
              <a:gd name="connsiteX1" fmla="*/ 1089289 w 1089289"/>
              <a:gd name="connsiteY1" fmla="*/ 3983779 h 3983779"/>
              <a:gd name="connsiteX2" fmla="*/ 0 w 1089289"/>
              <a:gd name="connsiteY2" fmla="*/ 3983779 h 398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289" h="3983779">
                <a:moveTo>
                  <a:pt x="1089289" y="0"/>
                </a:moveTo>
                <a:lnTo>
                  <a:pt x="1089289" y="3983779"/>
                </a:lnTo>
                <a:lnTo>
                  <a:pt x="0" y="3983779"/>
                </a:lnTo>
                <a:close/>
              </a:path>
            </a:pathLst>
          </a:custGeom>
          <a:gradFill>
            <a:gsLst>
              <a:gs pos="0">
                <a:srgbClr val="016FEA">
                  <a:alpha val="0"/>
                </a:srgbClr>
              </a:gs>
              <a:gs pos="100000">
                <a:srgbClr val="016FEA">
                  <a:alpha val="35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/>
              <a:ea typeface="思源黑体 CN Normal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screen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47280" y="343510"/>
            <a:ext cx="1336294" cy="385695"/>
          </a:xfrm>
          <a:prstGeom prst="rect">
            <a:avLst/>
          </a:prstGeom>
          <a:effectLst/>
        </p:spPr>
      </p:pic>
      <p:sp>
        <p:nvSpPr>
          <p:cNvPr id="7" name="文本框 6"/>
          <p:cNvSpPr txBox="1"/>
          <p:nvPr/>
        </p:nvSpPr>
        <p:spPr>
          <a:xfrm>
            <a:off x="1489364" y="2029344"/>
            <a:ext cx="9213273" cy="1303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XXXX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建筑的摆设布局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328D">
                  <a:alpha val="90000"/>
                </a:srgbClr>
              </a:gs>
              <a:gs pos="77000">
                <a:srgbClr val="072B7A">
                  <a:alpha val="90000"/>
                </a:srgbClr>
              </a:gs>
              <a:gs pos="30000">
                <a:srgbClr val="06328D">
                  <a:alpha val="90000"/>
                </a:srgbClr>
              </a:gs>
              <a:gs pos="100000">
                <a:srgbClr val="0F256B">
                  <a:alpha val="90000"/>
                </a:srgbClr>
              </a:gs>
            </a:gsLst>
            <a:path path="circle">
              <a:fillToRect l="50000" t="50000" r="50000" b="5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6" name="iṩḷïḍê"/>
          <p:cNvSpPr/>
          <p:nvPr/>
        </p:nvSpPr>
        <p:spPr>
          <a:xfrm rot="16200000" flipH="1" flipV="1">
            <a:off x="4200172" y="661150"/>
            <a:ext cx="1946940" cy="10347280"/>
          </a:xfrm>
          <a:custGeom>
            <a:avLst/>
            <a:gdLst>
              <a:gd name="connsiteX0" fmla="*/ 1089289 w 1089289"/>
              <a:gd name="connsiteY0" fmla="*/ 0 h 3983779"/>
              <a:gd name="connsiteX1" fmla="*/ 1089289 w 1089289"/>
              <a:gd name="connsiteY1" fmla="*/ 3983779 h 3983779"/>
              <a:gd name="connsiteX2" fmla="*/ 0 w 1089289"/>
              <a:gd name="connsiteY2" fmla="*/ 3983779 h 398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289" h="3983779">
                <a:moveTo>
                  <a:pt x="1089289" y="0"/>
                </a:moveTo>
                <a:lnTo>
                  <a:pt x="1089289" y="3983779"/>
                </a:lnTo>
                <a:lnTo>
                  <a:pt x="0" y="3983779"/>
                </a:lnTo>
                <a:close/>
              </a:path>
            </a:pathLst>
          </a:custGeom>
          <a:gradFill>
            <a:gsLst>
              <a:gs pos="0">
                <a:srgbClr val="20B3DF">
                  <a:alpha val="0"/>
                </a:srgbClr>
              </a:gs>
              <a:gs pos="100000">
                <a:srgbClr val="20B3DF">
                  <a:alpha val="2400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7" name="iṩḷïḍê"/>
          <p:cNvSpPr/>
          <p:nvPr/>
        </p:nvSpPr>
        <p:spPr>
          <a:xfrm rot="16200000" flipH="1" flipV="1">
            <a:off x="3203715" y="2209712"/>
            <a:ext cx="1485042" cy="7892461"/>
          </a:xfrm>
          <a:custGeom>
            <a:avLst/>
            <a:gdLst>
              <a:gd name="connsiteX0" fmla="*/ 1089289 w 1089289"/>
              <a:gd name="connsiteY0" fmla="*/ 0 h 3983779"/>
              <a:gd name="connsiteX1" fmla="*/ 1089289 w 1089289"/>
              <a:gd name="connsiteY1" fmla="*/ 3983779 h 3983779"/>
              <a:gd name="connsiteX2" fmla="*/ 0 w 1089289"/>
              <a:gd name="connsiteY2" fmla="*/ 3983779 h 398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289" h="3983779">
                <a:moveTo>
                  <a:pt x="1089289" y="0"/>
                </a:moveTo>
                <a:lnTo>
                  <a:pt x="1089289" y="3983779"/>
                </a:lnTo>
                <a:lnTo>
                  <a:pt x="0" y="3983779"/>
                </a:lnTo>
                <a:close/>
              </a:path>
            </a:pathLst>
          </a:custGeom>
          <a:gradFill>
            <a:gsLst>
              <a:gs pos="0">
                <a:srgbClr val="016FEA">
                  <a:alpha val="0"/>
                </a:srgbClr>
              </a:gs>
              <a:gs pos="100000">
                <a:srgbClr val="016FEA">
                  <a:alpha val="33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8" name="íṥḷiḍè"/>
          <p:cNvSpPr/>
          <p:nvPr/>
        </p:nvSpPr>
        <p:spPr>
          <a:xfrm rot="5400000" flipH="1" flipV="1">
            <a:off x="4973257" y="-4996408"/>
            <a:ext cx="2222336" cy="12215154"/>
          </a:xfrm>
          <a:custGeom>
            <a:avLst/>
            <a:gdLst>
              <a:gd name="connsiteX0" fmla="*/ 1824179 w 3515911"/>
              <a:gd name="connsiteY0" fmla="*/ 0 h 6858000"/>
              <a:gd name="connsiteX1" fmla="*/ 3515911 w 3515911"/>
              <a:gd name="connsiteY1" fmla="*/ 0 h 6858000"/>
              <a:gd name="connsiteX2" fmla="*/ 3515911 w 3515911"/>
              <a:gd name="connsiteY2" fmla="*/ 6858000 h 6858000"/>
              <a:gd name="connsiteX3" fmla="*/ 0 w 3515911"/>
              <a:gd name="connsiteY3" fmla="*/ 6858000 h 6858000"/>
              <a:gd name="connsiteX0-1" fmla="*/ 3488375 w 3515911"/>
              <a:gd name="connsiteY0-2" fmla="*/ 0 h 6871023"/>
              <a:gd name="connsiteX1-3" fmla="*/ 3515911 w 3515911"/>
              <a:gd name="connsiteY1-4" fmla="*/ 13023 h 6871023"/>
              <a:gd name="connsiteX2-5" fmla="*/ 3515911 w 3515911"/>
              <a:gd name="connsiteY2-6" fmla="*/ 6871023 h 6871023"/>
              <a:gd name="connsiteX3-7" fmla="*/ 0 w 3515911"/>
              <a:gd name="connsiteY3-8" fmla="*/ 6871023 h 6871023"/>
              <a:gd name="connsiteX4" fmla="*/ 3488375 w 3515911"/>
              <a:gd name="connsiteY4" fmla="*/ 0 h 6871023"/>
              <a:gd name="connsiteX0-9" fmla="*/ 3488375 w 3515911"/>
              <a:gd name="connsiteY0-10" fmla="*/ 0 h 6871023"/>
              <a:gd name="connsiteX1-11" fmla="*/ 3515911 w 3515911"/>
              <a:gd name="connsiteY1-12" fmla="*/ 13023 h 6871023"/>
              <a:gd name="connsiteX2-13" fmla="*/ 3515911 w 3515911"/>
              <a:gd name="connsiteY2-14" fmla="*/ 6871023 h 6871023"/>
              <a:gd name="connsiteX3-15" fmla="*/ 0 w 3515911"/>
              <a:gd name="connsiteY3-16" fmla="*/ 6871023 h 6871023"/>
              <a:gd name="connsiteX4-17" fmla="*/ 3488375 w 3515911"/>
              <a:gd name="connsiteY4-18" fmla="*/ 0 h 6871023"/>
              <a:gd name="connsiteX0-19" fmla="*/ 3488375 w 3515911"/>
              <a:gd name="connsiteY0-20" fmla="*/ 0 h 6871023"/>
              <a:gd name="connsiteX1-21" fmla="*/ 3515911 w 3515911"/>
              <a:gd name="connsiteY1-22" fmla="*/ 13023 h 6871023"/>
              <a:gd name="connsiteX2-23" fmla="*/ 3515911 w 3515911"/>
              <a:gd name="connsiteY2-24" fmla="*/ 6871023 h 6871023"/>
              <a:gd name="connsiteX3-25" fmla="*/ 0 w 3515911"/>
              <a:gd name="connsiteY3-26" fmla="*/ 6871023 h 6871023"/>
              <a:gd name="connsiteX4-27" fmla="*/ 3488375 w 3515911"/>
              <a:gd name="connsiteY4-28" fmla="*/ 0 h 6871023"/>
              <a:gd name="connsiteX0-29" fmla="*/ 3488375 w 3515911"/>
              <a:gd name="connsiteY0-30" fmla="*/ 0 h 6871023"/>
              <a:gd name="connsiteX1-31" fmla="*/ 3515911 w 3515911"/>
              <a:gd name="connsiteY1-32" fmla="*/ 13023 h 6871023"/>
              <a:gd name="connsiteX2-33" fmla="*/ 3515911 w 3515911"/>
              <a:gd name="connsiteY2-34" fmla="*/ 6871023 h 6871023"/>
              <a:gd name="connsiteX3-35" fmla="*/ 0 w 3515911"/>
              <a:gd name="connsiteY3-36" fmla="*/ 6871023 h 6871023"/>
              <a:gd name="connsiteX4-37" fmla="*/ 3488375 w 3515911"/>
              <a:gd name="connsiteY4-38" fmla="*/ 0 h 6871023"/>
              <a:gd name="connsiteX0-39" fmla="*/ 4472822 w 4500358"/>
              <a:gd name="connsiteY0-40" fmla="*/ 0 h 6871024"/>
              <a:gd name="connsiteX1-41" fmla="*/ 4500358 w 4500358"/>
              <a:gd name="connsiteY1-42" fmla="*/ 13023 h 6871024"/>
              <a:gd name="connsiteX2-43" fmla="*/ 4500358 w 4500358"/>
              <a:gd name="connsiteY2-44" fmla="*/ 6871023 h 6871024"/>
              <a:gd name="connsiteX3-45" fmla="*/ -1 w 4500358"/>
              <a:gd name="connsiteY3-46" fmla="*/ 6871024 h 6871024"/>
              <a:gd name="connsiteX4-47" fmla="*/ 4472822 w 4500358"/>
              <a:gd name="connsiteY4-48" fmla="*/ 0 h 6871024"/>
              <a:gd name="connsiteX0-49" fmla="*/ 4472822 w 4500358"/>
              <a:gd name="connsiteY0-50" fmla="*/ 0 h 6871024"/>
              <a:gd name="connsiteX1-51" fmla="*/ 4500358 w 4500358"/>
              <a:gd name="connsiteY1-52" fmla="*/ 13023 h 6871024"/>
              <a:gd name="connsiteX2-53" fmla="*/ 4500358 w 4500358"/>
              <a:gd name="connsiteY2-54" fmla="*/ 6871023 h 6871024"/>
              <a:gd name="connsiteX3-55" fmla="*/ -1 w 4500358"/>
              <a:gd name="connsiteY3-56" fmla="*/ 6871024 h 6871024"/>
              <a:gd name="connsiteX4-57" fmla="*/ 4472822 w 4500358"/>
              <a:gd name="connsiteY4-58" fmla="*/ 0 h 68710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4500358" h="6871024">
                <a:moveTo>
                  <a:pt x="4472822" y="0"/>
                </a:moveTo>
                <a:lnTo>
                  <a:pt x="4500358" y="13023"/>
                </a:lnTo>
                <a:lnTo>
                  <a:pt x="4500358" y="6871023"/>
                </a:lnTo>
                <a:lnTo>
                  <a:pt x="-1" y="6871024"/>
                </a:lnTo>
                <a:cubicBezTo>
                  <a:pt x="1217481" y="4637112"/>
                  <a:pt x="3325654" y="2058124"/>
                  <a:pt x="4472822" y="0"/>
                </a:cubicBezTo>
                <a:close/>
              </a:path>
            </a:pathLst>
          </a:custGeom>
          <a:gradFill>
            <a:gsLst>
              <a:gs pos="100000">
                <a:srgbClr val="20B3DF">
                  <a:alpha val="0"/>
                </a:srgbClr>
              </a:gs>
              <a:gs pos="0">
                <a:srgbClr val="20B3DF">
                  <a:alpha val="31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9" name="îŝļíďè"/>
          <p:cNvSpPr/>
          <p:nvPr/>
        </p:nvSpPr>
        <p:spPr>
          <a:xfrm rot="5400000" flipH="1" flipV="1">
            <a:off x="5489962" y="-5489961"/>
            <a:ext cx="1212076" cy="12191999"/>
          </a:xfrm>
          <a:custGeom>
            <a:avLst/>
            <a:gdLst>
              <a:gd name="connsiteX0" fmla="*/ 1089289 w 1089289"/>
              <a:gd name="connsiteY0" fmla="*/ 0 h 3983779"/>
              <a:gd name="connsiteX1" fmla="*/ 1089289 w 1089289"/>
              <a:gd name="connsiteY1" fmla="*/ 3983779 h 3983779"/>
              <a:gd name="connsiteX2" fmla="*/ 0 w 1089289"/>
              <a:gd name="connsiteY2" fmla="*/ 3983779 h 3983779"/>
              <a:gd name="connsiteX0-1" fmla="*/ 1547359 w 1547359"/>
              <a:gd name="connsiteY0-2" fmla="*/ 0 h 3983779"/>
              <a:gd name="connsiteX1-3" fmla="*/ 1547359 w 1547359"/>
              <a:gd name="connsiteY1-4" fmla="*/ 3983779 h 3983779"/>
              <a:gd name="connsiteX2-5" fmla="*/ 0 w 1547359"/>
              <a:gd name="connsiteY2-6" fmla="*/ 3979997 h 3983779"/>
              <a:gd name="connsiteX3" fmla="*/ 1547359 w 1547359"/>
              <a:gd name="connsiteY3" fmla="*/ 0 h 39837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" y="connsiteY3"/>
              </a:cxn>
            </a:cxnLst>
            <a:rect l="l" t="t" r="r" b="b"/>
            <a:pathLst>
              <a:path w="1547359" h="3983779">
                <a:moveTo>
                  <a:pt x="1547359" y="0"/>
                </a:moveTo>
                <a:lnTo>
                  <a:pt x="1547359" y="3983779"/>
                </a:lnTo>
                <a:lnTo>
                  <a:pt x="0" y="3979997"/>
                </a:lnTo>
                <a:cubicBezTo>
                  <a:pt x="363096" y="2652071"/>
                  <a:pt x="1184263" y="1327926"/>
                  <a:pt x="1547359" y="0"/>
                </a:cubicBezTo>
                <a:close/>
              </a:path>
            </a:pathLst>
          </a:custGeom>
          <a:gradFill>
            <a:gsLst>
              <a:gs pos="0">
                <a:srgbClr val="016FEA">
                  <a:alpha val="0"/>
                </a:srgbClr>
              </a:gs>
              <a:gs pos="100000">
                <a:srgbClr val="016FEA">
                  <a:alpha val="47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489364" y="2652306"/>
            <a:ext cx="9213273" cy="1329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1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5CCCF6">
                        <a:lumMod val="20000"/>
                        <a:lumOff val="80000"/>
                      </a:srgbClr>
                    </a:gs>
                    <a:gs pos="74000">
                      <a:srgbClr val="5CCCF6">
                        <a:lumMod val="40000"/>
                        <a:lumOff val="60000"/>
                      </a:srgbClr>
                    </a:gs>
                    <a:gs pos="100000">
                      <a:srgbClr val="5CCCF6">
                        <a:lumMod val="60000"/>
                        <a:lumOff val="40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过渡页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 cstate="screen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47280" y="343510"/>
            <a:ext cx="1336294" cy="385695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526E28-784F-BDAD-673D-D5E29D05161B}"/>
              </a:ext>
            </a:extLst>
          </p:cNvPr>
          <p:cNvSpPr txBox="1"/>
          <p:nvPr/>
        </p:nvSpPr>
        <p:spPr>
          <a:xfrm>
            <a:off x="660400" y="284275"/>
            <a:ext cx="101727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buClrTx/>
              <a:buSzTx/>
              <a:buFontTx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110004020202020204"/>
                <a:ea typeface="Microsoft YaHei"/>
                <a:cs typeface="+mn-ea"/>
                <a:sym typeface="+mn-lt"/>
              </a:rPr>
              <a:t>内容页</a:t>
            </a:r>
          </a:p>
        </p:txBody>
      </p:sp>
    </p:spTree>
    <p:extLst>
      <p:ext uri="{BB962C8B-B14F-4D97-AF65-F5344CB8AC3E}">
        <p14:creationId xmlns:p14="http://schemas.microsoft.com/office/powerpoint/2010/main" val="421557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31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建筑的摆设布局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328D">
                  <a:alpha val="80000"/>
                </a:srgbClr>
              </a:gs>
              <a:gs pos="77000">
                <a:srgbClr val="072B7A">
                  <a:alpha val="80000"/>
                </a:srgbClr>
              </a:gs>
              <a:gs pos="30000">
                <a:srgbClr val="06328D">
                  <a:alpha val="80000"/>
                </a:srgbClr>
              </a:gs>
              <a:gs pos="100000">
                <a:srgbClr val="0F256B">
                  <a:alpha val="80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5" name="iṩḷïḍê"/>
          <p:cNvSpPr/>
          <p:nvPr/>
        </p:nvSpPr>
        <p:spPr>
          <a:xfrm rot="10800000">
            <a:off x="0" y="-2"/>
            <a:ext cx="1495155" cy="6704302"/>
          </a:xfrm>
          <a:custGeom>
            <a:avLst/>
            <a:gdLst>
              <a:gd name="connsiteX0" fmla="*/ 1089289 w 1089289"/>
              <a:gd name="connsiteY0" fmla="*/ 0 h 3983779"/>
              <a:gd name="connsiteX1" fmla="*/ 1089289 w 1089289"/>
              <a:gd name="connsiteY1" fmla="*/ 3983779 h 3983779"/>
              <a:gd name="connsiteX2" fmla="*/ 0 w 1089289"/>
              <a:gd name="connsiteY2" fmla="*/ 3983779 h 398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289" h="3983779">
                <a:moveTo>
                  <a:pt x="1089289" y="0"/>
                </a:moveTo>
                <a:lnTo>
                  <a:pt x="1089289" y="3983779"/>
                </a:lnTo>
                <a:lnTo>
                  <a:pt x="0" y="3983779"/>
                </a:lnTo>
                <a:close/>
              </a:path>
            </a:pathLst>
          </a:custGeom>
          <a:gradFill>
            <a:gsLst>
              <a:gs pos="0">
                <a:srgbClr val="20B3DF">
                  <a:alpha val="0"/>
                </a:srgbClr>
              </a:gs>
              <a:gs pos="100000">
                <a:srgbClr val="20B3DF">
                  <a:alpha val="1800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6" name="iṩḷïḍê"/>
          <p:cNvSpPr/>
          <p:nvPr/>
        </p:nvSpPr>
        <p:spPr>
          <a:xfrm rot="10800000">
            <a:off x="-69272" y="0"/>
            <a:ext cx="1140440" cy="5113754"/>
          </a:xfrm>
          <a:custGeom>
            <a:avLst/>
            <a:gdLst>
              <a:gd name="connsiteX0" fmla="*/ 1089289 w 1089289"/>
              <a:gd name="connsiteY0" fmla="*/ 0 h 3983779"/>
              <a:gd name="connsiteX1" fmla="*/ 1089289 w 1089289"/>
              <a:gd name="connsiteY1" fmla="*/ 3983779 h 3983779"/>
              <a:gd name="connsiteX2" fmla="*/ 0 w 1089289"/>
              <a:gd name="connsiteY2" fmla="*/ 3983779 h 398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289" h="3983779">
                <a:moveTo>
                  <a:pt x="1089289" y="0"/>
                </a:moveTo>
                <a:lnTo>
                  <a:pt x="1089289" y="3983779"/>
                </a:lnTo>
                <a:lnTo>
                  <a:pt x="0" y="3983779"/>
                </a:lnTo>
                <a:close/>
              </a:path>
            </a:pathLst>
          </a:custGeom>
          <a:gradFill>
            <a:gsLst>
              <a:gs pos="0">
                <a:srgbClr val="016FEA">
                  <a:alpha val="0"/>
                </a:srgbClr>
              </a:gs>
              <a:gs pos="100000">
                <a:srgbClr val="016FEA">
                  <a:alpha val="36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7" name="íṥḷiḍè"/>
          <p:cNvSpPr/>
          <p:nvPr/>
        </p:nvSpPr>
        <p:spPr>
          <a:xfrm>
            <a:off x="8577770" y="0"/>
            <a:ext cx="3614230" cy="6858000"/>
          </a:xfrm>
          <a:custGeom>
            <a:avLst/>
            <a:gdLst>
              <a:gd name="connsiteX0" fmla="*/ 1824179 w 3515911"/>
              <a:gd name="connsiteY0" fmla="*/ 0 h 6858000"/>
              <a:gd name="connsiteX1" fmla="*/ 3515911 w 3515911"/>
              <a:gd name="connsiteY1" fmla="*/ 0 h 6858000"/>
              <a:gd name="connsiteX2" fmla="*/ 3515911 w 3515911"/>
              <a:gd name="connsiteY2" fmla="*/ 6858000 h 6858000"/>
              <a:gd name="connsiteX3" fmla="*/ 0 w 35159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5911" h="6858000">
                <a:moveTo>
                  <a:pt x="1824179" y="0"/>
                </a:moveTo>
                <a:lnTo>
                  <a:pt x="3515911" y="0"/>
                </a:lnTo>
                <a:lnTo>
                  <a:pt x="3515911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rgbClr val="20B3DF">
                  <a:alpha val="0"/>
                </a:srgbClr>
              </a:gs>
              <a:gs pos="0">
                <a:srgbClr val="20B3DF">
                  <a:alpha val="21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8" name="îŝļíďè"/>
          <p:cNvSpPr/>
          <p:nvPr/>
        </p:nvSpPr>
        <p:spPr>
          <a:xfrm>
            <a:off x="10415778" y="361949"/>
            <a:ext cx="1776222" cy="6496051"/>
          </a:xfrm>
          <a:custGeom>
            <a:avLst/>
            <a:gdLst>
              <a:gd name="connsiteX0" fmla="*/ 1089289 w 1089289"/>
              <a:gd name="connsiteY0" fmla="*/ 0 h 3983779"/>
              <a:gd name="connsiteX1" fmla="*/ 1089289 w 1089289"/>
              <a:gd name="connsiteY1" fmla="*/ 3983779 h 3983779"/>
              <a:gd name="connsiteX2" fmla="*/ 0 w 1089289"/>
              <a:gd name="connsiteY2" fmla="*/ 3983779 h 398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289" h="3983779">
                <a:moveTo>
                  <a:pt x="1089289" y="0"/>
                </a:moveTo>
                <a:lnTo>
                  <a:pt x="1089289" y="3983779"/>
                </a:lnTo>
                <a:lnTo>
                  <a:pt x="0" y="3983779"/>
                </a:lnTo>
                <a:close/>
              </a:path>
            </a:pathLst>
          </a:custGeom>
          <a:gradFill>
            <a:gsLst>
              <a:gs pos="0">
                <a:srgbClr val="016FEA">
                  <a:alpha val="0"/>
                </a:srgbClr>
              </a:gs>
              <a:gs pos="100000">
                <a:srgbClr val="016FEA">
                  <a:alpha val="35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screen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47280" y="343510"/>
            <a:ext cx="1336294" cy="385695"/>
          </a:xfrm>
          <a:prstGeom prst="rect">
            <a:avLst/>
          </a:prstGeom>
          <a:effectLst/>
        </p:spPr>
      </p:pic>
      <p:sp>
        <p:nvSpPr>
          <p:cNvPr id="7" name="文本框 6"/>
          <p:cNvSpPr txBox="1"/>
          <p:nvPr/>
        </p:nvSpPr>
        <p:spPr>
          <a:xfrm>
            <a:off x="859868" y="2272895"/>
            <a:ext cx="10472264" cy="201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共同推进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医疗健康数智融合发展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e7f6e6e-171c-4bca-bdef-d03f0e82a7c8">
      <a:majorFont>
        <a:latin typeface="Arial" panose="02110004020202020204"/>
        <a:ea typeface="Microsoft YaHei"/>
        <a:cs typeface=""/>
      </a:majorFont>
      <a:minorFont>
        <a:latin typeface="Arial" panose="02110004020202020204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16</Words>
  <Application>Microsoft Office PowerPoint</Application>
  <PresentationFormat>宽屏</PresentationFormat>
  <Paragraphs>8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思源黑体 CN Bold</vt:lpstr>
      <vt:lpstr>思源黑体 CN Normal</vt:lpstr>
      <vt:lpstr>微软雅黑</vt:lpstr>
      <vt:lpstr>Arial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A2131</dc:creator>
  <cp:lastModifiedBy>Lanhui Zhang</cp:lastModifiedBy>
  <cp:revision>2</cp:revision>
  <dcterms:created xsi:type="dcterms:W3CDTF">2026-03-12T06:07:21Z</dcterms:created>
  <dcterms:modified xsi:type="dcterms:W3CDTF">2026-03-18T09:48:24Z</dcterms:modified>
</cp:coreProperties>
</file>